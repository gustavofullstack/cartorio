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Poppins"/>
              </a:rPr>
              <a:t>Documento confidencial · 06/07/2026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0F172A"/>
                </a:solidFill>
                <a:latin typeface="Poppins"/>
              </a:rPr>
              <a:t>Chatbot-Agent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Poppins"/>
              </a:rPr>
              <a:t>2 Semanas em Produção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B7280"/>
                </a:solidFill>
                <a:latin typeface="Poppins"/>
              </a:rPr>
              <a:t>Para Felipe Pizarro &amp; Djalma Pizarro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Poppins"/>
              </a:rPr>
              <a:t>2º Serviço Notarial de Uberlândia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Poppins"/>
              </a:rPr>
              <a:t>Sumário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0F172A"/>
                </a:solidFill>
                <a:latin typeface="Poppins"/>
              </a:rPr>
              <a:t>5 KPIs do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0116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Poppins"/>
              </a:rPr>
              <a:t>Commits no período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0F172A"/>
                </a:solidFill>
                <a:latin typeface="Poppins"/>
              </a:rPr>
              <a:t>847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Poppins"/>
              </a:rPr>
              <a:t>em 10 dias com commit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286000"/>
            <a:ext cx="20116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Poppins"/>
              </a:rPr>
              <a:t>Testes automatizados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175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0F172A"/>
                </a:solidFill>
                <a:latin typeface="Poppins"/>
              </a:rPr>
              <a:t>1793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Poppins"/>
              </a:rPr>
              <a:t>pytest 1793 passed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286000"/>
            <a:ext cx="20116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Poppins"/>
              </a:rPr>
              <a:t>Linhas adicionadas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0F172A"/>
                </a:solidFill>
                <a:latin typeface="Poppins"/>
              </a:rPr>
              <a:t>502742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Poppins"/>
              </a:rPr>
              <a:t>+502742 inserções, -39545 deleções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286000"/>
            <a:ext cx="20116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Poppins"/>
              </a:rPr>
              <a:t>Squads completos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0175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0F172A"/>
                </a:solidFill>
                <a:latin typeface="Poppins"/>
              </a:rPr>
              <a:t>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Poppins"/>
              </a:rPr>
              <a:t>104/159 tasks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286000"/>
            <a:ext cx="20116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Poppins"/>
              </a:rPr>
              <a:t>Conclusão 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0175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0F172A"/>
                </a:solidFill>
                <a:latin typeface="Poppins"/>
              </a:rPr>
              <a:t>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Poppins"/>
              </a:rPr>
              <a:t>Goals A-G média ponderada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Poppins"/>
              </a:rPr>
              <a:t>Infraestrutura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0F172A"/>
                </a:solidFill>
                <a:latin typeface="Poppins"/>
              </a:rPr>
              <a:t>27 serviços Docker Swarm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Poppins"/>
              </a:rPr>
              <a:t>12 Swarm + 13 Supabase + 2 Easypanel/infra · 4 CPU · 15Gi RAM · 193GB disco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oppins"/>
              </a:rPr>
              <a:t>API/DB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Poppins"/>
              </a:rPr>
              <a:t>4 serviços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92608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oppins"/>
              </a:rPr>
              <a:t>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Poppins"/>
              </a:rPr>
              <a:t>1 serviço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92608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oppins"/>
              </a:rPr>
              <a:t>CRM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Poppins"/>
              </a:rPr>
              <a:t>2 serviços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292608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oppins"/>
              </a:rPr>
              <a:t>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Poppins"/>
              </a:rPr>
              <a:t>2 serviços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oppins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Poppins"/>
              </a:rPr>
              <a:t>2 serviços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448056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oppins"/>
              </a:rPr>
              <a:t>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Poppins"/>
              </a:rPr>
              <a:t>4 serviços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48056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oppins"/>
              </a:rPr>
              <a:t>Obs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Poppins"/>
              </a:rPr>
              <a:t>4 serviços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448056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oppins"/>
              </a:rPr>
              <a:t>Worker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Poppins"/>
              </a:rPr>
              <a:t>4 serviços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03504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1264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oppins"/>
              </a:rPr>
              <a:t>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Poppins"/>
              </a:rPr>
              <a:t>3 serviços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603504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61264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oppins"/>
              </a:rPr>
              <a:t>Infra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6492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Poppins"/>
              </a:rPr>
              <a:t>3 serviços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Poppins"/>
              </a:rPr>
              <a:t>Squads &amp; LGPD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0F172A"/>
                </a:solidFill>
                <a:latin typeface="Poppins"/>
              </a:rPr>
              <a:t>104 de 159 tasks · LGPD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Poppins"/>
              </a:rPr>
              <a:t>Squads 100% completos: S0 Supabase · A API+DB · E OpenClaw · H Chatwoot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Poppins"/>
              </a:rPr>
              <a:t>LGPD D26-D32 LIVE: dashboard, consent, esqueci, export, correct, revoke,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Poppins"/>
              </a:rPr>
              <a:t>PII scrubbing: 3 camadas (input · pre-LLM · output) · audit chain SHA256+HMAC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Poppins"/>
              </a:rPr>
              <a:t>Audit log: 968 entries · 96.2% chain integrity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3657600" cy="640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80560"/>
            <a:ext cx="3200400" cy="6400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Poppins"/>
              </a:rPr>
              <a:t>S0 · Supabase Foundation · 25/25 (100%)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480560"/>
            <a:ext cx="3657600" cy="640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4480560"/>
            <a:ext cx="3200400" cy="6400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4617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Poppins"/>
              </a:rPr>
              <a:t>A · API + DB Hardening · 25/25 (100%)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4480560"/>
            <a:ext cx="3657600" cy="640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4480560"/>
            <a:ext cx="0" cy="6400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617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Poppins"/>
              </a:rPr>
              <a:t>B · N8N Polish · 0/25 (0%)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49240"/>
            <a:ext cx="3657600" cy="640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349240"/>
            <a:ext cx="640080" cy="6400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Poppins"/>
              </a:rPr>
              <a:t>C · Docs · 5/25 (20%)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5349240"/>
            <a:ext cx="3657600" cy="640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5349240"/>
            <a:ext cx="2560320" cy="6400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5486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Poppins"/>
              </a:rPr>
              <a:t>D · LGPD Compliance · 20/25 (80%)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5349240"/>
            <a:ext cx="3657600" cy="640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5349240"/>
            <a:ext cx="3200400" cy="6400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486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Poppins"/>
              </a:rPr>
              <a:t>E · OpenClaw CartorioBot · 8/8 (100%)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217920"/>
            <a:ext cx="3657600" cy="640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217920"/>
            <a:ext cx="3200400" cy="6400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Poppins"/>
              </a:rPr>
              <a:t>H · Chatwoot CRM · 8/8 (100%)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6217920"/>
            <a:ext cx="3657600" cy="640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6217920"/>
            <a:ext cx="2560320" cy="6400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6355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Poppins"/>
              </a:rPr>
              <a:t>J · Obs + CI/CD · 8/10 (80%)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6217920"/>
            <a:ext cx="3657600" cy="640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6217920"/>
            <a:ext cx="2016252" cy="6400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6355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Poppins"/>
              </a:rPr>
              <a:t>BRAIN · Brain Cerebro · 5/8 (63%)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Poppins"/>
              </a:rPr>
              <a:t>Conclusão &amp; Contato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0F172A"/>
                </a:solidFill>
                <a:latin typeface="Poppins"/>
              </a:rPr>
              <a:t>85% global · 14 dias para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F172A"/>
                </a:solidFill>
                <a:latin typeface="Poppins"/>
              </a:rPr>
              <a:t>Construído com cuidado. Cada commit, cada teste — para o 2º Serviço Notarial de Uberlândia.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Poppins"/>
              </a:rPr>
              <a:t>Gustavo Almeida · Tech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Poppins"/>
              </a:rPr>
              <a:t>gustavomar.fullstack@gmail.com · api.2notasudi.com.br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Poppins"/>
              </a:rPr>
              <a:t>VPS Hostinger · 187.77.236.77 · Tailscale 100.99.172.84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120640"/>
            <a:ext cx="100584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Poppins"/>
              </a:rPr>
              <a:t>Modified by Gustavo Almeida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Poppins"/>
              </a:rPr>
              <a:t>06 de julho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