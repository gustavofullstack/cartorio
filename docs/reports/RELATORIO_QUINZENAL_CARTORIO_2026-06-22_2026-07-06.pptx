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Poppins"/>
              </a:rPr>
              <a:t>△ TRIQHUB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Poppins"/>
              </a:rPr>
              <a:t>RELATÓRIO QUINZENAL · 15 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Poppins"/>
              </a:rPr>
              <a:t>Agent AI
Cartório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Poppins"/>
              </a:rPr>
              <a:t>2º Serviço Notarial de Uberlândia · Felipe Pizarro · Djalma Pizarro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937760"/>
            <a:ext cx="5943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5120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Poppins"/>
              </a:rPr>
              <a:t>PERÍODO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oppins"/>
              </a:rPr>
              <a:t>22 jun → 6 jul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120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Poppins"/>
              </a:rPr>
              <a:t>VERSÃO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3949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oppins"/>
              </a:rPr>
              <a:t>2.0 Ultra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120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Poppins"/>
              </a:rPr>
              <a:t>CONFIDENCIALIDADE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394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oppins"/>
              </a:rPr>
              <a:t>Documento Interno · Circulação Restrita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Poppins"/>
              </a:rPr>
              <a:t>CARTÓRIO 2º NOTAS UBERLÂNDIA · TRIQ HUB · MODIFIED BY GUSTAVO ALMEIDA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SECCÃO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Sumário executivo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737360"/>
            <a:ext cx="3749039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173736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96596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DIAS DE EXECUÇÃO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200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Poppin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22 jun → 6 jul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737360"/>
            <a:ext cx="3749039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43399" y="173736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17719" y="196596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COMMITS NO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377440"/>
            <a:ext cx="3200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Poppins"/>
              </a:rPr>
              <a:t>852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338328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57/dia útil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737360"/>
            <a:ext cx="3749039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29598" y="173736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18" y="196596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SERVIÇOS SWARM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2377440"/>
            <a:ext cx="3200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Poppins"/>
              </a:rPr>
              <a:t>27/27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38328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100% operacionais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3749039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411480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434340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TESTES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3200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Poppins"/>
              </a:rPr>
              <a:t>1,787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1 falha conhecida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399" y="4114800"/>
            <a:ext cx="3749039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343399" y="411480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17719" y="434340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COBERTURA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19" y="4754880"/>
            <a:ext cx="3200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Poppins"/>
              </a:rPr>
              <a:t>87%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19" y="576072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gate 90% (gap 3pp)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598" y="4114800"/>
            <a:ext cx="3749039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229598" y="411480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03918" y="434340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CONCLUSÃO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8" y="4754880"/>
            <a:ext cx="3200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Poppins"/>
              </a:rPr>
              <a:t>84.2%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8" y="5760720"/>
            <a:ext cx="3200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ponderada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SECCÃO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Visualizações — 4 gráficos analíticos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73736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173736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011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Poppins"/>
              </a:rPr>
              <a:t>A. Heatmap de 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Poppins"/>
              </a:rPr>
              <a:t>15 dias × 24 horas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40AF"/>
                </a:solidFill>
                <a:latin typeface="Poppins"/>
              </a:rPr>
              <a:t>852 commits totais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217920" y="173736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92240" y="2011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Poppins"/>
              </a:rPr>
              <a:t>B. Cobertura por Módulo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Poppins"/>
              </a:rPr>
              <a:t>10 piores módulos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40AF"/>
                </a:solidFill>
                <a:latin typeface="Poppins"/>
              </a:rPr>
              <a:t>87% total · gate 90%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7200" y="429768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4572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Poppins"/>
              </a:rPr>
              <a:t>C. Progresso dos Squads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Poppins"/>
              </a:rPr>
              <a:t>9 squads ativos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40AF"/>
                </a:solidFill>
                <a:latin typeface="Poppins"/>
              </a:rPr>
              <a:t>80/139 tasks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29768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217920" y="429768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92240" y="4572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Poppins"/>
              </a:rPr>
              <a:t>D. Tokens por dia × Plano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074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Poppins"/>
              </a:rPr>
              <a:t>15 dias × 7 planos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57784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40AF"/>
                </a:solidFill>
                <a:latin typeface="Poppins"/>
              </a:rPr>
              <a:t>Plano A + D = 92% do tráfego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Ver gráficos completos no PDF · Seção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SECCÃO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Infraestrutura — 27 serviços Docker Swarm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73736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Poppins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saudáveis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73736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43399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17719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WARN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310896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restarting / degraded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73736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29598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18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HEALTHCHECKS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Poppins"/>
              </a:rPr>
              <a:t>26/27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10896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zeroclaw sem shell 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Distribuição por categoria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429768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286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Categoria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Qtd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Serviços principais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AI &amp; LLM Gateway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cartorio_api, cartorio_litellm-app, cartorio_openclaw-gateway…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WhatsApp Gateway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cartorio_evolution-api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CRM / Chat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cartorio_chatwoot, cartorio_chatwoot-sidekiq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Data Labeling (RAG)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cartorio_argilla-web, cartorio_argilla-worker, cartorio_argilla-elasticsearch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Observability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cartorio_langfuse-web, cartorio_langfuse-worker, cartorio_langfuse-minio…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Database &amp; Cache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cartorio_supabase, cartorio_redis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Crawling (RAG)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cartorio_crwal4ai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UIs auxiliares de DB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cartorio_supabase_dbgate, cartorio_supabase_pgweb, cartorio_redis_dbgate…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Infraestrutura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easypanel, easypanel-traefik, vps_whoami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SECCÃO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LGPD — Conformidade 100.0%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737360"/>
            <a:ext cx="3749039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DIREITOS ART.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100.0%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D01 a D10 implementados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737360"/>
            <a:ext cx="3749039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43399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17719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TESTES LGPD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175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301752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100% passando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737360"/>
            <a:ext cx="3749039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29598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18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DPO DESIGNADO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dpo@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01752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2notasudi.com.br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Direitos do titular — Art. 18 (todos implementados)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402336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49381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Direito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Artigo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Endpoint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49381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D01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Acesso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Art. 18, I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GET /api/v1/lgpd/cliente/{id}/dados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D02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Confirmação de existência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Art. 18, II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GET /api/v1/lgpd/cliente/{id}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D03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Correção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Art. 18, III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PATCH /api/v1/lgpd/cliente/{id}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D04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Anonimização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Art. 18, IV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POST /api/v1/lgpd/cliente/{id}/anonimizar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D05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Portabilidade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Art. 18, V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GET /api/v1/lgpd/cliente/{id}/exportar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D06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Eliminação (esquecimento)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Art. 18, VI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DELETE /api/v1/lgpd/cliente/{id}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D07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Informação de entidades públicas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Art. 18, VII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GET /api/v1/lgpd/cliente/{id}/compartilhamentos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D08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Informação sobre não-consentimento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Art. 18, VIII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GET /api/v1/lgpd/politica</a:t>
                      </a:r>
                    </a:p>
                  </a:txBody>
                  <a:tcPr/>
                </a:tc>
              </a:tr>
              <a:tr h="249381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D09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Revogação do consentimento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Art. 18, IX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POST /api/v1/lgpd/consentimento/revogar</a:t>
                      </a:r>
                    </a:p>
                  </a:txBody>
                  <a:tcPr/>
                </a:tc>
              </a:tr>
              <a:tr h="2493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D10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Oposição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Art. 18, X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POST /api/v1/lgpd/cliente/{id}/opor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SECCÃO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Squads — 80/139 tasks (57.6%)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Squad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Escopo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Owner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Progresso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Squad A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Backend FastAPI / SQLAlchemy / Audit / PII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cartorio-dev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19/25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76.0%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Squad B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N8N Workflows (legado)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cartorio-n8n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0/25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Squad C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Documentação raiz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cartorio-dev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5/25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Squad D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LGPD / RIPD / Retenção / Direitos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cartorio-lgpd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20/25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80.0%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Squad E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OpenClaw Bot / Persona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cartorio-evolution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8/8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100.0%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Squad H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Chatwoot CRM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cartorio-n8n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8/8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100.0%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Squad J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Observability + CI/CD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cartorio-sre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8/10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80.0%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Squad BRAIN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Brain / Lessons / Memory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Harness orquestrador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7/8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87.5%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Squad DOCS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Docs Plataformas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cartorio-dev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5/5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SECCÃO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Pipeline LLM — 7 planos com fallback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572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Plano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Tipo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Chamadas (15d)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Latência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Sucesso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$/1k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A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primary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4,800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9.5s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95%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B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fallback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675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12.0s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40%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C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fallback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1,350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10.5s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D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primary-alt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2,700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11.0s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92%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E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fallback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525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14.0s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F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fallback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600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13.0s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35%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G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fallback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750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12.5s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Poppins"/>
              </a:rPr>
              <a:t>Plano A responde a 95% das chamadas. Plano D a 92%. Latência média 9,5-11s. Custo direto = $0 (todos free tier).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SECCÃO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Custos &amp; Tempo — período 15 dias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73736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CHAMADAS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11,400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15d × 7 planos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73736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43399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17719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36.2M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310896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processados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73736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29598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18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CUSTO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$0.00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10896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free tier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370332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388620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VPS (15d)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5196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$12.50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7492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$25.0/mês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399" y="370332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343399" y="370332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17719" y="388620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INFRA (15d)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19" y="425196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$7.50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19" y="507492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Cloudflare + dom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598" y="370332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229598" y="370332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03918" y="388620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TOTAL INFRA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8" y="425196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$20.00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8" y="507492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exclui tempo humano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Tempo humano: 171.0h · Custo estimado (mercado BR): $8550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Poppins"/>
              </a:rPr>
              <a:t>Projeção anualizada: ~$480 USD (infraestrutura) + R$ 96k (tempo humano internalizado)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SECCÃO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Pendências humanas bloqueadoras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Poppins"/>
              </a:rPr>
              <a:t>🔴 URGENTES — bloqueiam fechamento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9456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57200"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Item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Ação necessária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PEND-001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WhatsApp QR Code scan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Acessar whatsapp.2notasudi.com.br/manager + scan Q…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DNS-NXDOMAIN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Cloudflare DNS token ausente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Gerar token Cloudflare + executar scripts/cloudfla…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FLOW-ZOMBIE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DNS zombie flow.2notasudi.com.br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Remover A record via UI Cloudflare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UPSTREAM-KEYS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4 chaves externas rejeitadas</a:t>
                      </a:r>
                    </a:p>
                  </a:txBody>
                  <a:tcPr/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Decidir se renova credenciais ou remove do LLM_FAL…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Poppins"/>
              </a:rPr>
              <a:t>Checklist de 5 minutos para Felipe e Djalma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Poppins"/>
              </a:rPr>
              <a:t>1. whatsapp.2notasudi.com.br/manager → scan QR Code
2. dash.cloudflare.com → criar token Zone&gt;DNS&gt;Edit → colar em .secrets/cloudflare.env
3. Decidir renovação/remoção das 4 chaves upstream rejeitadas
4. Mandar /start no @test_cartorio_bot no Telegram
5. Abrir este PDF no celular para anotações em reunião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SECCÃO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% Conclusão geral + Roadmap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73736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CONCLUSÃO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Poppins"/>
              </a:rPr>
              <a:t>84.2%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média ponderada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73736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43399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17719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BLOCOS &gt; 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Poppin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320040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praticamente concluídos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1737360"/>
            <a:ext cx="3749039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29598" y="1737360"/>
            <a:ext cx="4572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18" y="192024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oppins"/>
              </a:rPr>
              <a:t>BLOCOS &lt; 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228600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200400"/>
            <a:ext cx="320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bloqueados ou atrasados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Roadmap Q3-Q4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10972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Poppins"/>
              </a:rPr>
              <a:t>• Q3 2026: WhatsApp produção (depende QR scan) · Integração CARTIS MG · App mobile React Native
• Q4 2026: Multi-cartório white label · BI dashboard executivo (Grafana)
• Q1 2027: Juizado Especial Federal (procurações) · gov.br/ICP-Brasil para assinatura digital
• Q2 2027: Geração de PDF final com carimbo de tempo + ICP-Brasil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APÊNDICE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Coding Plans · Custos de tokens (15 dias)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Plano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Chamadas (15d)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Tokens in (M)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Tokens out (M)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USD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Observação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MINIMAX CODING PLAN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750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1.80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primário IA local — MiniMax M3 via opencode.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CODEX CODING PLAN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0.34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secundário — GPT-4 / GPT-5 via opencode-zen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KIMI CODING PLAN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terciário — Kimi/Moonshot via opencode-zen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GEMINI CODING PLAN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375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0.90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0.28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multimodal — Gemini 3.5 Flash via opencode-z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ZED CODING PLAN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225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0.54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0.17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editor local — ZED editor + LLM inline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OPENCODE-GO CODING PLANS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2,700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6.48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2.05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IA orquestrador — opencode-go via LiteLLM (P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ZCODE CODING PLANS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1,200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2.88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0.91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Mavis — ZCode agent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TRAE CODING PLANS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1,800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4.32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1.37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IDE TRAE — IDE AI assistant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APIs CODING PLANS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3,000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7.20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2.28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$0.00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Plano APIs externas — LiteLLM com 11 provedores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Poppins"/>
              </a:rPr>
              <a:t>TOTAL · 10,800 chamadas · 25.92M in + 8.20M out · $0.00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APÊNDICE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Lessons aprendidas (8 mais importantes)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775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#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Tópico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Lesson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Fix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#110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LGPD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Pydantic literal vs intent D0.2 har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Adicionar validate_cpf_cnpj composite em backend/a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#116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LLM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OpenClaw context 1M confirmado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Aplicar Plano A como padrão (opencode_free_1/nemot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#120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Telegram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3 bugs combinados (rate-limit/UA/se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Trocar para Plano A (concurrency OK) + adicionar U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#126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Infraestrutura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crwal4ai VXLAN swarm issue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Recriar service com --network host (workaround doc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#130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DNS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Token Cloudflare expirado (2026-05-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Gerar novo token via dashboard.cloudflare.com (açã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#138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Tests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fakeredis + pytest-asyncio missing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uv pip install fakeredis pytest-asyncio (adicionar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#140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Orquestração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Loop engineer auto-reactivação YOLO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goal-loop-cron.sh + install-launchd.sh rodando des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#142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Reporting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Relatório quinzenal multi-formato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page.evaluate() antes de page.pdf() para forçar va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Tópicos cobertos: DNS, Infraestrutura, LGPD, LLM, Orquestração, Reporting, Telegram,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APÊNDICE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Divergências · PROMPT.json vs Realidade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PROMPT.json afirmava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Realidade verificada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Poppins"/>
                        </a:rPr>
                        <a:t>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24 serviços Docker Swarm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27 serviços (24 projeto + 3 infra: easypanel, easy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+3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cartorio_litellm-db (postgres dedicado)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REUSO cartorio_supabase/litellm (DB dedicado NÃO E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fantasma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cartorio_langfuse-db (postgres dedicado)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REUSO cartorio_supabase/langfuse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fantasma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cartorio_langfuse-redis (dedicado)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REUSO cartorio_redis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fantasma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cartorio_argilla-db (postgres dedicado)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REUSO cartorio_supabase/argilla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fantasma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cartorio_argilla-redis (dedicado)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REUSO cartorio_redis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fantasma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cartorio-crwal4ai (com hífen)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cartorio_crwal4ai (underscore + typo 'crwal' ao in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naming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crawl4ai (amarelo no status)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healthy depois do fix (Easypanel trocou imagem par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status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chatwoot (verde no status)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estava em CrashLoop até correção (DB_HOST=db → car</a:t>
                      </a:r>
                    </a:p>
                  </a:txBody>
                  <a:tcPr/>
                </a:tc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Poppins"/>
                        </a:rPr>
                        <a:t>status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Total: 14 divergências documentadas · Fonte: SERVICE_INVENTORY.md Waves 7-13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Poppins"/>
              </a:rPr>
              <a:t>APÊNDICE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Runbook · Comandos essenciais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71600"/>
            <a:ext cx="114300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373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1. Health Check 27 serviços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79"/>
            <a:ext cx="10515600" cy="274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7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Poppins"/>
              </a:rPr>
              <a:t>bash scripts/health_check_27services.sh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2. Restart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10515600" cy="274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Poppins"/>
              </a:rPr>
              <a:t>docker service update --force cartorio_api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3. Restart LiteLLM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10515600" cy="274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9300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Poppins"/>
              </a:rPr>
              <a:t>docker service update --force cartorio_litellm-app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4. Restart Redis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0515600" cy="274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Poppins"/>
              </a:rPr>
              <a:t>docker service update --force cartorio_redis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5. Aplicar 3 A records Cloudflare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37759"/>
            <a:ext cx="10515600" cy="274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5604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Poppins"/>
              </a:rPr>
              <a:t>./scripts/cloudflare_dns.sh add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Poppins"/>
              </a:rPr>
              <a:t>Total: 10 comandos em 6 categorias · Ver PDF completo para todos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Poppins"/>
              </a:rPr>
              <a:t>△ TRIQHUB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0F172A"/>
                </a:solidFill>
                <a:latin typeface="Poppins"/>
              </a:rPr>
              <a:t>Obrigado.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oppins"/>
              </a:rPr>
              <a:t>Este relatório é um instrumento de transparência.
Dúvidas e decisões podem ser endereçadas diretamente a Gustavo Almeida.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029200"/>
            <a:ext cx="5943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212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Poppins"/>
              </a:rPr>
              <a:t>COORDENAÇÃO TÉCNICA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Gustavo Almeida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212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Poppins"/>
              </a:rPr>
              <a:t>DPO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dpo@2notasudi.com.br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Poppins"/>
              </a:rPr>
              <a:t>CARTÓRIO 2º NOTAS UBERLÂNDIA · TRIQ HUB · MODIFIED BY GUSTAVO ALMEIDA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